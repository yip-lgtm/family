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大家好。呢個係教父世家。品牌印係「父」，英文 THE FAMILY。地圖標題：教父山門，GODFATHER GATE。</a:t>
            </a:r>
          </a:p>
          <a:p>
            <a:r>
              <a:t>你唔係點擊農夫。你入去係一間修仙世家，你係天道：睇住人，間中伸手改命。</a:t>
            </a:r>
          </a:p>
          <a:p>
            <a:r>
              <a:t>而家就可以玩：右下角掃「玩」QR，或者 yip-lgtm.github.io/family。今日三分鐘：做咩、畫面點樣永遠有人、點做出嚟。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傳統放置：你係農夫，囤靈氣、買升級、睇數字。</a:t>
            </a:r>
          </a:p>
          <a:p>
            <a:r>
              <a:t>教父世家唔係。靈樞可以聚氣，但真正玩法係一班有根骨、心性、關係網嘅人。</a:t>
            </a:r>
          </a:p>
          <a:p>
            <a:r>
              <a:t>你用氣運賜福、天劫、心魔、指派。氣運唔夠就唔好亂改。少出手，山門自己過月。你出手，就係改命。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介面係天道工作台。上面曆法、氣運、人口。時間可停，可一倍、三倍、八倍。</a:t>
            </a:r>
          </a:p>
          <a:p>
            <a:r>
              <a:t>中間地圖標題：教父山門，GODFATHER GATE。人會自己去後山、丹房、藏經閣、雲市。</a:t>
            </a:r>
          </a:p>
          <a:p>
            <a:r>
              <a:t>天道四鍵好貴：賜福八、天劫十二、心魔十、指派三。開場畫像即見。老祖唔會死。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開局六人，性格寫死，畫像已捆進遊戲，一開就見。</a:t>
            </a:r>
          </a:p>
          <a:p>
            <a:r>
              <a:t>青玄機鎮山門，修《青嵐吐納訣》。沈清梧穩、顧家。葉疏影冷、同清梧有舊怨。白無塵外來。蒼小魚識時務。嵐七七成日問不該問嘅。</a:t>
            </a:r>
          </a:p>
          <a:p>
            <a:r>
              <a:t>人會死。死咗，功法可以留低。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編劇組結構致敬《教父》三部曲：血色開端、雙生歲月、最後輓歌。致敬節奏，唔抄對白、唔抄人名。</a:t>
            </a:r>
          </a:p>
          <a:p>
            <a:r>
              <a:t>每兩個月自動一場戲。文字預設 openrouter/free，Key 只存瀏覽器。有 Key，編劇背景無限連載，冷卻更短。</a:t>
            </a:r>
          </a:p>
          <a:p>
            <a:r>
              <a:t>冇 Key：劇組代班，戲照拍，寫入心事同關係。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畫面最怕空白「插畫未成」。所以六人開場畫像同場次演示畫，全部捆進遊戲。</a:t>
            </a:r>
          </a:p>
          <a:p>
            <a:r>
              <a:t>有 Key：編劇同畫師喺背景無限開工。畫師預設 google/gemini-2.5-flash-image，512 檔細圖，失敗靜默重試。</a:t>
            </a:r>
          </a:p>
          <a:p>
            <a:r>
              <a:t>演示畫留住，LLM 畫好先換。模型設定可以關自動出圖。冇 Key 或者失敗：演示畫唔走。你永遠唔會睇住一個空框。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牌坊係 CSS 描金，印係「父」。演示畫打進倉庫，唔靠外鏈圖床。音效 Web Audio 合成木魚磬雷。</a:t>
            </a:r>
          </a:p>
          <a:p>
            <a:r>
              <a:t>BGM 係嗶哩官方嵌入，唔下載、唔轉檔、唔盜鏈音源。技術棧：Vite 加原生 JS。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製作唔係先畫皮。六步：立意，玩家係天道。規則 world.js。編劇 screenplay.js，三幕加劇組代班；有 Key 就背景無限連載。</a:t>
            </a:r>
          </a:p>
          <a:p>
            <a:r>
              <a:t>皮與聲：先捆六人同場次演示畫，再接 LLM 背景出圖。試玩 Vite 開 /family/。出貨 build 推 gh-pages，就係而家呢個站。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核心六個檔。world 規則，screenplay 戲，main 介面，style fx audio 現場。</a:t>
            </a:r>
          </a:p>
          <a:p>
            <a:r>
              <a:t>畫面掛兩件：demoArt 捆演示畫，illustrate 背景出 512 檔圖，失敗靜默重試。</a:t>
            </a:r>
          </a:p>
          <a:p>
            <a:r>
              <a:t>紅線：唔偷嗶哩音、唔抄教父對白、Key 唔上伺服器。演示畫永遠兜底。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四步，唔使註冊。打開 yip-lgtm.github.io/family，撳承天命。點沈清梧或者葉疏影——畫像即見。</a:t>
            </a:r>
          </a:p>
          <a:p>
            <a:r>
              <a:t>開時間，等編劇組兩場。只用一次天道：賜福或者天劫，然後停手。</a:t>
            </a:r>
          </a:p>
          <a:p>
            <a:r>
              <a:t>可選貼 OpenRouter Key，編劇同畫師就喺背景開工。冇 Key 一樣完整。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收束。放置遊戲可以係一場有人、有怨、有遺產嘅戲。你係天道。少出手。睇住人。畫面永遠有人。</a:t>
            </a:r>
          </a:p>
          <a:p>
            <a:r>
              <a:t>人死功法在。家在，戲就未完。掃中間最大個「玩」QR，或者 yip-lgtm.github.io/family。兩邊係源碼同鏡像。多謝。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5696712" y="777240"/>
            <a:ext cx="804672" cy="804672"/>
          </a:xfrm>
          <a:prstGeom prst="diamond">
            <a:avLst/>
          </a:prstGeom>
          <a:solidFill>
            <a:srgbClr val="16120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96712" y="1002548"/>
            <a:ext cx="804672" cy="386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D4AF37"/>
                </a:solidFill>
                <a:latin typeface="Microsoft YaHei"/>
                <a:ea typeface="Microsoft YaHei"/>
              </a:rPr>
              <a:t>蒼梧山  ·  教父山門  ·  GODFATHER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D4AF37"/>
                </a:solidFill>
                <a:latin typeface="Microsoft YaHei"/>
                <a:ea typeface="Microsoft YaHei"/>
              </a:rPr>
              <a:t>教父世家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443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B8A888"/>
                </a:solidFill>
                <a:latin typeface="Microsoft YaHei"/>
                <a:ea typeface="Microsoft YaHei"/>
              </a:rPr>
              <a:t>THE FAMILY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015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0">
                <a:solidFill>
                  <a:srgbClr val="F4E8C8"/>
                </a:solidFill>
                <a:latin typeface="Microsoft YaHei"/>
                <a:ea typeface="Microsoft YaHei"/>
              </a:rPr>
              <a:t>你唔係點擊升級。你係天道。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6052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約 3 分鐘  ·  含製作 workflow  ·  演示畫先上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玩：https://yip-lgtm.github.io/family/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源碼：https://github.com/yip-lgtm/family.git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718304"/>
            <a:ext cx="1188720" cy="1188720"/>
          </a:xfrm>
          <a:prstGeom prst="roundRect">
            <a:avLst/>
          </a:prstGeom>
          <a:solidFill>
            <a:srgbClr val="F4E8C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4773168"/>
            <a:ext cx="1078992" cy="1078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424160" y="5916168"/>
            <a:ext cx="1481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D4AF37"/>
                </a:solidFill>
                <a:latin typeface="Microsoft YaHei"/>
                <a:ea typeface="Microsoft YaHei"/>
              </a:rPr>
              <a:t>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153912"/>
            <a:ext cx="1664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掃碼即玩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教父世家  ·  THE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4739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02  /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01  ·  唔係點擊遊戲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4E8C8"/>
                </a:solidFill>
                <a:latin typeface="Microsoft YaHei"/>
                <a:ea typeface="Microsoft YaHei"/>
              </a:rPr>
              <a:t>玩家角色：天道，唔係農夫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3474720" cy="429768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B8A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8A888"/>
                </a:solidFill>
                <a:latin typeface="Microsoft YaHei"/>
                <a:ea typeface="Microsoft YaHei"/>
              </a:rPr>
              <a:t>傳統放置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囤靈氣
買升級
睇數字漲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474720" cy="429768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D4AF37"/>
                </a:solidFill>
                <a:latin typeface="Microsoft YaHei"/>
                <a:ea typeface="Microsoft YaHei"/>
              </a:rPr>
              <a:t>教父世家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60604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養人
改命
睇戲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691640"/>
            <a:ext cx="3474720" cy="429768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19202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C8C3"/>
                </a:solidFill>
                <a:latin typeface="Microsoft YaHei"/>
                <a:ea typeface="Microsoft YaHei"/>
              </a:rPr>
              <a:t>你出手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60604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賜福 · 天劫
心魔 · 指派
耗的是氣運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教父世家  ·  THE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4739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03  /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02  ·  天道介面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一屏睇晒山門、人、同你可改嘅命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8191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曆法 HUD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玄元曆、氣運、人口、最高境界。暫停、一倍、三倍、八倍過月。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1732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58191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教父山門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GODFATHER GATE。靈樞、後山、丹房、藏經閣、山門、雲市。人會自己揀去邊。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41732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58191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人物檢視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057400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根骨、心性、功法、丹藥、法寶、心事、記憶、關係。開場畫像即見。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49039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1363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天道四鍵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19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賜福八氣運、天劫十二、心魔十、指派三。氣運唔夠就唔好亂改。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749039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391363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家族傳承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389119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家訓、老祖突破、三選一天賦。金丹元嬰有金光。老祖唔會死。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3749039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913631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事件流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389119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功法、丹方、法寶、紀年。人死功法可以留下。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教父世家  ·  THE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4739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04  /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03  ·  活人，唔係數值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開局六人 · 畫像已捆進遊戲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37160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青玄機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88366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老祖 · 《青嵐吐納訣》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340864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鎮山門。你唔可以等佢死。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170432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7160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沈清梧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88366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長老 · 穩、顧家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340864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會頂老祖，家要先立住。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170432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137160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葉疏影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188366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二代 · 冷、準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2340864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同清梧有舊怨，戲先有衝突。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39312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384048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白無塵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3525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外來 · 身世成謎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4809744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散修入譜，笑意難測。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3639312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384048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蒼小魚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3525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丹房 · 貪生識時務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4568" y="4809744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會偷雞，亦會留低嚟。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80" y="3639312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5048" y="384048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嵐七七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43525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記名 · 細、靈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4809744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成日問不該問嘅嘢。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教父世家  ·  THE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4739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05  /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04  ·  編劇組 + OpenRouter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《教父》三部曲節奏，唔抄對白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3657600" cy="219456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第一幕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276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血色開端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權力真空、聯姻、暗湧。家要先立住。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170432"/>
            <a:ext cx="3657600" cy="219456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29844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第二幕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6276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雙生歲月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21408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繼承、背叛、事業擴張。人開始唔同路。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170432"/>
            <a:ext cx="3657600" cy="219456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29844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第三幕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6276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最後輓歌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121408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贖罪、遺產、落幕。唔一定團圓。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66160"/>
            <a:ext cx="11155680" cy="26060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730752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7EC8C3"/>
                </a:solidFill>
                <a:latin typeface="Microsoft YaHei"/>
                <a:ea typeface="Microsoft YaHei"/>
              </a:rPr>
              <a:t>現場：每兩個月自動一場戲 · 可按「下一場」催更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有 Key：文字預設 openrouter/free。編劇喺背景無限連載，冷卻更短。Key 只喺瀏覽器。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冇 Key / 失敗：劇組代班——仍然係完整劇本，唔會停機。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致敬結構同主題，唔抄電影對白，唔抄電影人名。戲會寫入心事同關係。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教父世家  ·  THE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4739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06  /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05  ·  畫面永遠有人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演示畫先上，LLM 畫好先換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5577840" cy="18288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353312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開場六人畫像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28800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青玄機、沈清梧、葉疏影、白無塵、蒼小魚、嵐七七。捆進遊戲，一開即見。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170432"/>
            <a:ext cx="5577840" cy="18288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1" y="1353312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場次演示畫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1" y="1828800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大殿夜宴、雨中石階、山門、燈密室。場戲一出就有畫面。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36391"/>
            <a:ext cx="5577840" cy="18288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319271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背景無限出圖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794759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有 Key：編劇同畫師喺背景不停寫、不停畫。512 檔細圖，唔擋操作。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3136391"/>
            <a:ext cx="5577840" cy="18288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1" y="3319271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靜默重試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1" y="3794759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失敗就自己再試。演示畫留住，直到 LLM 畫換上去。唔會空白「插畫未成」。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93792"/>
            <a:ext cx="11155680" cy="102412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21808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7EC8C3"/>
                </a:solidFill>
                <a:latin typeface="Microsoft YaHei"/>
                <a:ea typeface="Microsoft YaHei"/>
              </a:rPr>
              <a:t>插畫預設 google/gemini-2.5-flash-image  ·  模型設定可關「自動生成插畫」  ·  冇 Key 就留演示畫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教父世家  ·  THE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4739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07  /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06  ·  金漆山門，現場聲畫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4E8C8"/>
                </a:solidFill>
                <a:latin typeface="Microsoft YaHei"/>
                <a:ea typeface="Microsoft YaHei"/>
              </a:rPr>
              <a:t>CSS 牌坊 · Web Audio · 嗶哩官方嵌入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5577840" cy="219456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視覺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47672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CSS 金漆牌坊、墨底描金、品牌印「父」。Canvas 靈塵。突破金光。演示畫打進倉庫，唔靠外鏈圖床。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170432"/>
            <a:ext cx="5577840" cy="219456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3990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音效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79" y="1947672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瀏覽器合成木魚、磬、雷、心魔。一鍵靜音。唔使下載音檔。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47872"/>
            <a:ext cx="5577840" cy="219456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764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BGM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25112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嗶哩嗶哩官方嵌入《關注塔菲喵》循環歌單。可縮小成一條。唔下載、唔轉檔、唔盜鏈音源。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3547872"/>
            <a:ext cx="5577840" cy="219456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79" y="37764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技術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4325112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Vite + 原生 JS。規則、編劇、畫師分檔。GitHub Pages 可直接開。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教父世家  ·  THE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4739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08  /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07  ·  教父世家製作 workflow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F4E8C8"/>
                </a:solidFill>
                <a:latin typeface="Microsoft YaHei"/>
                <a:ea typeface="Microsoft YaHei"/>
              </a:rPr>
              <a:t>先立天道，再寫規則，畫面先演示再 LLM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6187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1  ·  立意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玩家係天道。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養人、改命、睇戲。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唔做點擊農夫。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115568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26187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2  ·  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709928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world.js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月結、根骨、壽元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氣運、死亡、傳承。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15568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26187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3  ·  編劇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709928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screenplay.js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三幕節奏 + 劇組代班。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有 Key 就背景無限連載。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84448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307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4  ·  皮與聲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78808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先捆六人+場次演示畫。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再接 LLM 背景出圖。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CSS、Web Audio、嗶哩嵌入。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584448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37307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5  ·  試玩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178808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Vite 開 /family/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改完即睇。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細畫面、BGM、文案。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3584448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37307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6  ·  出貨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178808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npm run build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推 gh-pages。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github.io/family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教父世家  ·  THE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4739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09  /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08  ·  工程回路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4E8C8"/>
                </a:solidFill>
                <a:latin typeface="Microsoft YaHei"/>
                <a:ea typeface="Microsoft YaHei"/>
              </a:rPr>
              <a:t>六個檔，一條每日回路：改 → 睇 → 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657600" cy="129844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435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world.js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642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月結、人物、天道四鍵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97280"/>
            <a:ext cx="3657600" cy="129844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2435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screenplay.js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642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導演、三幕、OpenRouter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097280"/>
            <a:ext cx="3657600" cy="129844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2435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main.js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6642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HUD、地圖、檢視、操作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542032"/>
            <a:ext cx="3657600" cy="129844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8833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style.css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089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金漆牌坊、墨底描金、父印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2542032"/>
            <a:ext cx="3657600" cy="129844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268833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fx.js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089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靈塵、聚氣、突破金光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2542032"/>
            <a:ext cx="3657600" cy="129844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68833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audio.js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1089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木魚磬雷 + 嗶哩嵌入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14800"/>
            <a:ext cx="11247120" cy="2084831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42816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7EC8C3"/>
                </a:solidFill>
                <a:latin typeface="Microsoft YaHei"/>
                <a:ea typeface="Microsoft YaHei"/>
              </a:rPr>
              <a:t>畫面　demoArt.js 捆演示畫 → illustrate.js 背景出 512 檔圖 → 靜默重試 → 畫好先換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日常　改規則或文案 → npm run dev → 現場睇一場戲 → git commit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出貨　npm run build → 將 dist 推去 gh-pages → https://yip-lgtm.github.io/family/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B8A888"/>
                </a:solidFill>
                <a:latin typeface="Microsoft YaHei"/>
                <a:ea typeface="Microsoft YaHei"/>
              </a:rPr>
              <a:t>約束　唔下載嗶哩音源 · 唔抄《教父》對白 · Key 只存瀏覽器 · 演示畫永遠兜底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教父世家  ·  THE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47395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10  /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09  ·  而家點玩（三分鐘）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四步入局，唔使註冊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07008"/>
            <a:ext cx="2743200" cy="4434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打開連結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880360"/>
            <a:ext cx="2468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yip-lgtm.github.io/family
撳「承天命」。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207008"/>
            <a:ext cx="2743200" cy="4434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4173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488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睇一個人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880360"/>
            <a:ext cx="2468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點沈清梧或者葉疏影。
畫像即見，記住心事。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207008"/>
            <a:ext cx="2743200" cy="4434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488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等兩場戲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880360"/>
            <a:ext cx="2468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開時間。睇編劇組出第一、第二場——場次都有演示畫。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207008"/>
            <a:ext cx="2743200" cy="4434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14173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1488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先改一次命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2880360"/>
            <a:ext cx="2468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賜福或者天劫。
然後停手，睇後果。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5696712" y="347472"/>
            <a:ext cx="640080" cy="640080"/>
          </a:xfrm>
          <a:prstGeom prst="diamond">
            <a:avLst/>
          </a:prstGeom>
          <a:solidFill>
            <a:srgbClr val="16120C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96712" y="526694"/>
            <a:ext cx="640080" cy="307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24128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結  ·  家訓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D4AF37"/>
                </a:solidFill>
                <a:latin typeface="Microsoft YaHei"/>
                <a:ea typeface="Microsoft YaHei"/>
              </a:rPr>
              <a:t>人死功法在。家在，戲就未完。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43584" y="2295144"/>
            <a:ext cx="1554480" cy="1554480"/>
          </a:xfrm>
          <a:prstGeom prst="roundRect">
            <a:avLst/>
          </a:prstGeom>
          <a:solidFill>
            <a:srgbClr val="F4E8C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2350008"/>
            <a:ext cx="1444752" cy="1444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8" y="3858768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D4AF37"/>
                </a:solidFill>
                <a:latin typeface="Microsoft YaHei"/>
                <a:ea typeface="Microsoft YaHei"/>
              </a:rPr>
              <a:t>源碼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096512"/>
            <a:ext cx="2633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github.com/yip-lgtm/family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7196" y="1975104"/>
            <a:ext cx="2194559" cy="2194559"/>
          </a:xfrm>
          <a:prstGeom prst="roundRect">
            <a:avLst/>
          </a:prstGeom>
          <a:solidFill>
            <a:srgbClr val="F4E8C8"/>
          </a:solidFill>
          <a:ln w="285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2060" y="2029968"/>
            <a:ext cx="2084831" cy="208483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49140" y="4178807"/>
            <a:ext cx="309067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D4AF37"/>
                </a:solidFill>
                <a:latin typeface="Microsoft YaHei"/>
                <a:ea typeface="Microsoft YaHei"/>
              </a:rPr>
              <a:t>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7700" y="4416551"/>
            <a:ext cx="327355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yip-lgtm.github.io/family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1744" y="2295144"/>
            <a:ext cx="1554480" cy="1554480"/>
          </a:xfrm>
          <a:prstGeom prst="roundRect">
            <a:avLst/>
          </a:prstGeom>
          <a:solidFill>
            <a:srgbClr val="F4E8C8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rr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2350008"/>
            <a:ext cx="1444752" cy="1444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33688" y="3858768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D4AF37"/>
                </a:solidFill>
                <a:latin typeface="Microsoft YaHei"/>
                <a:ea typeface="Microsoft YaHei"/>
              </a:rPr>
              <a:t>鏡像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2248" y="4096512"/>
            <a:ext cx="2633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B8A888"/>
                </a:solidFill>
                <a:latin typeface="Microsoft YaHei"/>
                <a:ea typeface="Microsoft YaHei"/>
              </a:rPr>
              <a:t>github.com/yip-lgtm/qi-lineage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開源 · 瀏覽器即玩 · Key 可選 · 演示畫永遠在 · 劇組永遠代班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THE FAMILY  ·  教父山門  ·  GODFATHER GATE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